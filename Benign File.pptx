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SSE Deployment Readiness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Network Boundary Testing Artifact</a:t>
            </a:r>
          </a:p>
          <a:p>
            <a:r>
              <a:t>Generated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file parsing capabilities:</a:t>
            </a:r>
          </a:p>
          <a:p>
            <a:pPr lvl="1"/>
            <a:r>
              <a:t>DLP scanning of presentations</a:t>
            </a:r>
          </a:p>
          <a:p>
            <a:pPr lvl="1"/>
            <a:r>
              <a:t>Malware inspection of embedded macros (if applicable)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